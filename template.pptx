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Default Extension="png" ContentType="image/png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</p:sldIdLst>
  <p:sldSz cx="10693400" cy="7556500"/>
  <p:notesSz cx="10693400" cy="7556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302260"/>
            <a:ext cx="9624060" cy="1209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7995"/>
            <a:ext cx="9624060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877887"/>
            <a:ext cx="10312400" cy="58007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958453"/>
            <a:ext cx="10312400" cy="57201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2026-08-25T08:54:20Z</dcterms:created>
  <dcterms:modified xsi:type="dcterms:W3CDTF">2026-08-25T08:54:20Z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v10.0.20070.1</vt:lpwstr>
  </property>
  <property fmtid="{D5CDD505-2E9C-101B-9397-08002B2CF9AE}" pid="3" name="Created">
    <vt:filetime>2026-08-25T00:00:00Z</vt:filetime>
  </property>
  <property fmtid="{D5CDD505-2E9C-101B-9397-08002B2CF9AE}" pid="4" name="LastSaved">
    <vt:filetime>2026-08-25T00:00:00Z</vt:filetime>
  </property>
  <property fmtid="{D5CDD505-2E9C-101B-9397-08002B2CF9AE}" pid="5" name="Producer">
    <vt:lpwstr>3-Heights(TM) PDF Security Shell 4.8.25.2 (http://www.pdf-tools.com)</vt:lpwstr>
  </property>
</Properties>
</file>